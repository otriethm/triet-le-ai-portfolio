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6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4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0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7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1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9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5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1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2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01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repared wedding reception table">
            <a:extLst>
              <a:ext uri="{FF2B5EF4-FFF2-40B4-BE49-F238E27FC236}">
                <a16:creationId xmlns:a16="http://schemas.microsoft.com/office/drawing/2014/main" id="{3BF5EA5A-AB59-7A1C-FD35-B35D517A69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EA87A-E317-D301-DCEF-17268FFCA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r>
              <a:rPr lang="en-US" sz="6000" dirty="0"/>
              <a:t>🍴 </a:t>
            </a:r>
            <a:r>
              <a:rPr lang="en-US" sz="6000" i="1" dirty="0"/>
              <a:t>The Royal Banquet of Formats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99C44-FF34-07C5-9397-2C3D23D6B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US" sz="2000" dirty="0"/>
              <a:t>“Tonight, the Kingdom serves its finest digital dishes!”</a:t>
            </a:r>
            <a:endParaRPr lang="en-US" sz="2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290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28A6-7BEC-CF8D-C959-3B78F22E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Appetizer: JPEG Delight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2838-EFB5-4A62-E91E-B00F9242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Dish Name: Compressed Photo Stew</a:t>
            </a:r>
          </a:p>
          <a:p>
            <a:r>
              <a:rPr lang="en-US" dirty="0"/>
              <a:t>Description: Light, tasty, and travels easily across the kingdom. Some flavor details may be lost during the cooking process, but it’s perfect for serving large crowds at feasts.</a:t>
            </a:r>
          </a:p>
          <a:p>
            <a:r>
              <a:rPr lang="en-US" dirty="0"/>
              <a:t>Use Case: Great for online sharing, photos, and everyday meals.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5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1AC4-80D6-4084-5814-A0441D77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Entrée: PNG Royal Roast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C0101-474C-AD61-ADD2-6C5AA56FC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Dish Name: Crisp Transparency Tart</a:t>
            </a:r>
          </a:p>
          <a:p>
            <a:r>
              <a:rPr lang="en-US" dirty="0"/>
              <a:t>Description: Rich, detailed, and beautifully presented. The secret ingredient is transparency—this dish can blend perfectly with any background. Slightly heavier than JPEG, but worth it for the quality.</a:t>
            </a:r>
          </a:p>
          <a:p>
            <a:r>
              <a:rPr lang="en-US" dirty="0"/>
              <a:t>Use Case: Ideal for logos, graphics, and digital art</a:t>
            </a:r>
          </a:p>
        </p:txBody>
      </p:sp>
    </p:spTree>
    <p:extLst>
      <p:ext uri="{BB962C8B-B14F-4D97-AF65-F5344CB8AC3E}">
        <p14:creationId xmlns:p14="http://schemas.microsoft.com/office/powerpoint/2010/main" val="401153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8889-CAE4-B66C-D99F-5F9F5230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Dish: BMP Knight’s Feast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235FF-E798-2520-E764-2A06DC63F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Dish Name: Uncompressed Pixel Pie</a:t>
            </a:r>
          </a:p>
          <a:p>
            <a:r>
              <a:rPr lang="en-US" dirty="0"/>
              <a:t>Description: A hearty, heavy dish straight from the old kitchens. Pure ingredients, no shortcuts, but extremely filling (and not very efficient to serve).</a:t>
            </a:r>
          </a:p>
          <a:p>
            <a:r>
              <a:rPr lang="en-US" dirty="0"/>
              <a:t>Use Case: Rarely served today, but valued for its simplicity in old traditions.</a:t>
            </a:r>
          </a:p>
        </p:txBody>
      </p:sp>
    </p:spTree>
    <p:extLst>
      <p:ext uri="{BB962C8B-B14F-4D97-AF65-F5344CB8AC3E}">
        <p14:creationId xmlns:p14="http://schemas.microsoft.com/office/powerpoint/2010/main" val="389397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BDDE-9EFE-9EB1-6E48-88FA4178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Dessert: TIFF Archivist’s Cake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554B-C5B1-59E3-9CD2-042288E9F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Dish Name: Preserved Layered Pastry</a:t>
            </a:r>
          </a:p>
          <a:p>
            <a:r>
              <a:rPr lang="en-US" dirty="0"/>
              <a:t>Description: A luxurious, multi-layered dessert that saves every crumb perfectly. Very large in size, but excellent when accuracy and preservation are key.</a:t>
            </a:r>
          </a:p>
          <a:p>
            <a:r>
              <a:rPr lang="en-US" dirty="0"/>
              <a:t>Use Case: Best for printing, archiving, and professional image storage.</a:t>
            </a:r>
          </a:p>
        </p:txBody>
      </p:sp>
    </p:spTree>
    <p:extLst>
      <p:ext uri="{BB962C8B-B14F-4D97-AF65-F5344CB8AC3E}">
        <p14:creationId xmlns:p14="http://schemas.microsoft.com/office/powerpoint/2010/main" val="160049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91E95-1A9B-8225-B88E-28F76877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The Banquet Toast</a:t>
            </a:r>
            <a:br>
              <a:rPr lang="en-US" sz="5400"/>
            </a:br>
            <a:endParaRPr lang="en-US" sz="54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A78F6-24B3-5991-9CA1-E782D6A29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1688" y="4785543"/>
            <a:ext cx="4857857" cy="10056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900" b="1"/>
              <a:t>“Every dish brings a flavor to the kingdom. Together, they make the feast complete!”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poster with text and images of food">
            <a:extLst>
              <a:ext uri="{FF2B5EF4-FFF2-40B4-BE49-F238E27FC236}">
                <a16:creationId xmlns:a16="http://schemas.microsoft.com/office/drawing/2014/main" id="{08844FE0-9000-FED7-EB82-114B2D61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32" r="1" b="7832"/>
          <a:stretch>
            <a:fillRect/>
          </a:stretch>
        </p:blipFill>
        <p:spPr>
          <a:xfrm>
            <a:off x="6515100" y="0"/>
            <a:ext cx="567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9813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267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Neue Haas Grotesk Text Pro</vt:lpstr>
      <vt:lpstr>Univers Condensed</vt:lpstr>
      <vt:lpstr>ChronicleVTI</vt:lpstr>
      <vt:lpstr>🍴 The Royal Banquet of Formats</vt:lpstr>
      <vt:lpstr>Appetizer: JPEG Delight</vt:lpstr>
      <vt:lpstr>Entrée: PNG Royal Roast</vt:lpstr>
      <vt:lpstr>Side Dish: BMP Knight’s Feast</vt:lpstr>
      <vt:lpstr>Dessert: TIFF Archivist’s Cake</vt:lpstr>
      <vt:lpstr>The Banquet Toast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triet.le6-W216865971</dc:creator>
  <cp:lastModifiedBy>triet.le6-W216865971</cp:lastModifiedBy>
  <cp:revision>1</cp:revision>
  <dcterms:created xsi:type="dcterms:W3CDTF">2025-09-06T15:09:39Z</dcterms:created>
  <dcterms:modified xsi:type="dcterms:W3CDTF">2025-09-06T15:29:46Z</dcterms:modified>
</cp:coreProperties>
</file>